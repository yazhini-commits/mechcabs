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296" r:id="rId2"/>
    <p:sldId id="281" r:id="rId3"/>
    <p:sldId id="290" r:id="rId4"/>
    <p:sldId id="293" r:id="rId5"/>
    <p:sldId id="294" r:id="rId6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88957E-2F16-46E7-96ED-DD9092F20454}" v="74" dt="2025-09-26T20:28:51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zhini s" userId="6114b5f98e55dce0" providerId="LiveId" clId="{D734828A-AB8F-4E46-8E9E-F824BA3A9A34}"/>
    <pc:docChg chg="undo custSel addSld delSld modSld sldOrd">
      <pc:chgData name="yazhini s" userId="6114b5f98e55dce0" providerId="LiveId" clId="{D734828A-AB8F-4E46-8E9E-F824BA3A9A34}" dt="2025-09-26T20:29:33.792" v="387" actId="2711"/>
      <pc:docMkLst>
        <pc:docMk/>
      </pc:docMkLst>
      <pc:sldChg chg="addSp delSp modSp mod">
        <pc:chgData name="yazhini s" userId="6114b5f98e55dce0" providerId="LiveId" clId="{D734828A-AB8F-4E46-8E9E-F824BA3A9A34}" dt="2025-09-26T20:29:33.792" v="387" actId="2711"/>
        <pc:sldMkLst>
          <pc:docMk/>
          <pc:sldMk cId="0" sldId="281"/>
        </pc:sldMkLst>
        <pc:spChg chg="add mod">
          <ac:chgData name="yazhini s" userId="6114b5f98e55dce0" providerId="LiveId" clId="{D734828A-AB8F-4E46-8E9E-F824BA3A9A34}" dt="2025-09-26T20:29:33.792" v="387" actId="2711"/>
          <ac:spMkLst>
            <pc:docMk/>
            <pc:sldMk cId="0" sldId="281"/>
            <ac:spMk id="2" creationId="{6C10F618-B36A-AC8F-379B-A1BB76B0693B}"/>
          </ac:spMkLst>
        </pc:spChg>
        <pc:spChg chg="add mod">
          <ac:chgData name="yazhini s" userId="6114b5f98e55dce0" providerId="LiveId" clId="{D734828A-AB8F-4E46-8E9E-F824BA3A9A34}" dt="2025-09-26T17:29:39.267" v="152" actId="1076"/>
          <ac:spMkLst>
            <pc:docMk/>
            <pc:sldMk cId="0" sldId="281"/>
            <ac:spMk id="6" creationId="{91BDCEF6-C409-94BF-7CCE-6D191D08F6DE}"/>
          </ac:spMkLst>
        </pc:spChg>
        <pc:spChg chg="add">
          <ac:chgData name="yazhini s" userId="6114b5f98e55dce0" providerId="LiveId" clId="{D734828A-AB8F-4E46-8E9E-F824BA3A9A34}" dt="2025-09-26T17:22:25.692" v="121"/>
          <ac:spMkLst>
            <pc:docMk/>
            <pc:sldMk cId="0" sldId="281"/>
            <ac:spMk id="7" creationId="{A95EB620-92C9-CAE4-FA0B-ECEF3B4A6A0C}"/>
          </ac:spMkLst>
        </pc:spChg>
        <pc:spChg chg="add">
          <ac:chgData name="yazhini s" userId="6114b5f98e55dce0" providerId="LiveId" clId="{D734828A-AB8F-4E46-8E9E-F824BA3A9A34}" dt="2025-09-26T17:22:30.519" v="122"/>
          <ac:spMkLst>
            <pc:docMk/>
            <pc:sldMk cId="0" sldId="281"/>
            <ac:spMk id="8" creationId="{7DB30585-CF79-A2BF-9E54-6661800AE0F1}"/>
          </ac:spMkLst>
        </pc:spChg>
        <pc:spChg chg="add">
          <ac:chgData name="yazhini s" userId="6114b5f98e55dce0" providerId="LiveId" clId="{D734828A-AB8F-4E46-8E9E-F824BA3A9A34}" dt="2025-09-26T17:23:49.600" v="129"/>
          <ac:spMkLst>
            <pc:docMk/>
            <pc:sldMk cId="0" sldId="281"/>
            <ac:spMk id="9" creationId="{65911B42-C777-572A-CC99-5C9F8EEC9055}"/>
          </ac:spMkLst>
        </pc:spChg>
        <pc:spChg chg="add">
          <ac:chgData name="yazhini s" userId="6114b5f98e55dce0" providerId="LiveId" clId="{D734828A-AB8F-4E46-8E9E-F824BA3A9A34}" dt="2025-09-26T17:25:50.360" v="138"/>
          <ac:spMkLst>
            <pc:docMk/>
            <pc:sldMk cId="0" sldId="281"/>
            <ac:spMk id="11" creationId="{D3BA358C-87D6-02B9-091F-006BC478B308}"/>
          </ac:spMkLst>
        </pc:spChg>
        <pc:spChg chg="add mod">
          <ac:chgData name="yazhini s" userId="6114b5f98e55dce0" providerId="LiveId" clId="{D734828A-AB8F-4E46-8E9E-F824BA3A9A34}" dt="2025-09-26T17:25:57.539" v="140"/>
          <ac:spMkLst>
            <pc:docMk/>
            <pc:sldMk cId="0" sldId="281"/>
            <ac:spMk id="19" creationId="{A8C5CED4-6955-ABE0-993B-AAB9D41A2792}"/>
          </ac:spMkLst>
        </pc:spChg>
        <pc:spChg chg="add mod">
          <ac:chgData name="yazhini s" userId="6114b5f98e55dce0" providerId="LiveId" clId="{D734828A-AB8F-4E46-8E9E-F824BA3A9A34}" dt="2025-09-26T17:42:40.181" v="176" actId="14100"/>
          <ac:spMkLst>
            <pc:docMk/>
            <pc:sldMk cId="0" sldId="281"/>
            <ac:spMk id="22" creationId="{5B915781-BF74-C5E9-EC5D-6629EE773D84}"/>
          </ac:spMkLst>
        </pc:spChg>
        <pc:spChg chg="mod">
          <ac:chgData name="yazhini s" userId="6114b5f98e55dce0" providerId="LiveId" clId="{D734828A-AB8F-4E46-8E9E-F824BA3A9A34}" dt="2025-09-26T17:20:17.692" v="109" actId="1076"/>
          <ac:spMkLst>
            <pc:docMk/>
            <pc:sldMk cId="0" sldId="281"/>
            <ac:spMk id="15362" creationId="{00000000-0000-0000-0000-000000000000}"/>
          </ac:spMkLst>
        </pc:spChg>
        <pc:picChg chg="add del mod">
          <ac:chgData name="yazhini s" userId="6114b5f98e55dce0" providerId="LiveId" clId="{D734828A-AB8F-4E46-8E9E-F824BA3A9A34}" dt="2025-09-26T18:27:55.231" v="355" actId="478"/>
          <ac:picMkLst>
            <pc:docMk/>
            <pc:sldMk cId="0" sldId="281"/>
            <ac:picMk id="5" creationId="{915C9C86-772D-8161-C2AC-63E3118655CA}"/>
          </ac:picMkLst>
        </pc:picChg>
        <pc:picChg chg="del">
          <ac:chgData name="yazhini s" userId="6114b5f98e55dce0" providerId="LiveId" clId="{D734828A-AB8F-4E46-8E9E-F824BA3A9A34}" dt="2025-09-26T17:20:53.403" v="116" actId="478"/>
          <ac:picMkLst>
            <pc:docMk/>
            <pc:sldMk cId="0" sldId="281"/>
            <ac:picMk id="12" creationId="{00000000-0000-0000-0000-000000000000}"/>
          </ac:picMkLst>
        </pc:picChg>
        <pc:picChg chg="add mod">
          <ac:chgData name="yazhini s" userId="6114b5f98e55dce0" providerId="LiveId" clId="{D734828A-AB8F-4E46-8E9E-F824BA3A9A34}" dt="2025-09-26T17:34:25.975" v="168" actId="1076"/>
          <ac:picMkLst>
            <pc:docMk/>
            <pc:sldMk cId="0" sldId="281"/>
            <ac:picMk id="21" creationId="{290BF43C-75CE-3DC8-251F-1101DAA958F2}"/>
          </ac:picMkLst>
        </pc:picChg>
        <pc:picChg chg="add mod">
          <ac:chgData name="yazhini s" userId="6114b5f98e55dce0" providerId="LiveId" clId="{D734828A-AB8F-4E46-8E9E-F824BA3A9A34}" dt="2025-09-26T20:27:08.877" v="362"/>
          <ac:picMkLst>
            <pc:docMk/>
            <pc:sldMk cId="0" sldId="281"/>
            <ac:picMk id="24" creationId="{F3D4BEE4-7810-4B2A-620A-26296E735474}"/>
          </ac:picMkLst>
        </pc:picChg>
        <pc:picChg chg="add del mod">
          <ac:chgData name="yazhini s" userId="6114b5f98e55dce0" providerId="LiveId" clId="{D734828A-AB8F-4E46-8E9E-F824BA3A9A34}" dt="2025-09-26T17:23:55.620" v="130" actId="478"/>
          <ac:picMkLst>
            <pc:docMk/>
            <pc:sldMk cId="0" sldId="281"/>
            <ac:picMk id="1032" creationId="{02B20459-ABC9-5C43-E265-E79FCC80F8DC}"/>
          </ac:picMkLst>
        </pc:picChg>
        <pc:picChg chg="add mod">
          <ac:chgData name="yazhini s" userId="6114b5f98e55dce0" providerId="LiveId" clId="{D734828A-AB8F-4E46-8E9E-F824BA3A9A34}" dt="2025-09-26T17:24:35.818" v="137" actId="14100"/>
          <ac:picMkLst>
            <pc:docMk/>
            <pc:sldMk cId="0" sldId="281"/>
            <ac:picMk id="1036" creationId="{CAC7D664-D3E3-37A2-5CA8-4D27CEF81CFF}"/>
          </ac:picMkLst>
        </pc:picChg>
        <pc:picChg chg="add del mod">
          <ac:chgData name="yazhini s" userId="6114b5f98e55dce0" providerId="LiveId" clId="{D734828A-AB8F-4E46-8E9E-F824BA3A9A34}" dt="2025-09-26T17:26:37.031" v="144" actId="478"/>
          <ac:picMkLst>
            <pc:docMk/>
            <pc:sldMk cId="0" sldId="281"/>
            <ac:picMk id="1042" creationId="{79B3ED10-9323-FD28-4278-DA3723078AEB}"/>
          </ac:picMkLst>
        </pc:picChg>
        <pc:picChg chg="add mod">
          <ac:chgData name="yazhini s" userId="6114b5f98e55dce0" providerId="LiveId" clId="{D734828A-AB8F-4E46-8E9E-F824BA3A9A34}" dt="2025-09-26T18:28:08.330" v="360" actId="1076"/>
          <ac:picMkLst>
            <pc:docMk/>
            <pc:sldMk cId="0" sldId="281"/>
            <ac:picMk id="1044" creationId="{2664BEFA-AE71-B056-9EE0-8D17D9981CD3}"/>
          </ac:picMkLst>
        </pc:picChg>
      </pc:sldChg>
      <pc:sldChg chg="addSp delSp modSp mod">
        <pc:chgData name="yazhini s" userId="6114b5f98e55dce0" providerId="LiveId" clId="{D734828A-AB8F-4E46-8E9E-F824BA3A9A34}" dt="2025-09-26T18:06:58.189" v="349" actId="1076"/>
        <pc:sldMkLst>
          <pc:docMk/>
          <pc:sldMk cId="0" sldId="290"/>
        </pc:sldMkLst>
        <pc:spChg chg="add mod">
          <ac:chgData name="yazhini s" userId="6114b5f98e55dce0" providerId="LiveId" clId="{D734828A-AB8F-4E46-8E9E-F824BA3A9A34}" dt="2025-09-26T18:05:01.037" v="346" actId="1076"/>
          <ac:spMkLst>
            <pc:docMk/>
            <pc:sldMk cId="0" sldId="290"/>
            <ac:spMk id="2" creationId="{68D2C3CA-36C0-09D5-0BC7-9FEC6FB163B7}"/>
          </ac:spMkLst>
        </pc:spChg>
        <pc:spChg chg="del mod topLvl">
          <ac:chgData name="yazhini s" userId="6114b5f98e55dce0" providerId="LiveId" clId="{D734828A-AB8F-4E46-8E9E-F824BA3A9A34}" dt="2025-09-26T17:44:34.473" v="186" actId="478"/>
          <ac:spMkLst>
            <pc:docMk/>
            <pc:sldMk cId="0" sldId="290"/>
            <ac:spMk id="15" creationId="{00000000-0000-0000-0000-000000000000}"/>
          </ac:spMkLst>
        </pc:spChg>
        <pc:grpChg chg="del">
          <ac:chgData name="yazhini s" userId="6114b5f98e55dce0" providerId="LiveId" clId="{D734828A-AB8F-4E46-8E9E-F824BA3A9A34}" dt="2025-09-26T17:44:34.473" v="186" actId="478"/>
          <ac:grpSpMkLst>
            <pc:docMk/>
            <pc:sldMk cId="0" sldId="290"/>
            <ac:grpSpMk id="19" creationId="{00000000-0000-0000-0000-000000000000}"/>
          </ac:grpSpMkLst>
        </pc:grpChg>
        <pc:picChg chg="add mod">
          <ac:chgData name="yazhini s" userId="6114b5f98e55dce0" providerId="LiveId" clId="{D734828A-AB8F-4E46-8E9E-F824BA3A9A34}" dt="2025-09-26T18:03:16.873" v="321" actId="14100"/>
          <ac:picMkLst>
            <pc:docMk/>
            <pc:sldMk cId="0" sldId="290"/>
            <ac:picMk id="4" creationId="{F14E5F5D-DD77-3435-C56F-504A6A07F03F}"/>
          </ac:picMkLst>
        </pc:picChg>
        <pc:picChg chg="add del mod">
          <ac:chgData name="yazhini s" userId="6114b5f98e55dce0" providerId="LiveId" clId="{D734828A-AB8F-4E46-8E9E-F824BA3A9A34}" dt="2025-09-26T18:04:50.512" v="344" actId="1076"/>
          <ac:picMkLst>
            <pc:docMk/>
            <pc:sldMk cId="0" sldId="290"/>
            <ac:picMk id="6" creationId="{7B986A44-F17C-DB7C-785E-F26BED28B72B}"/>
          </ac:picMkLst>
        </pc:picChg>
        <pc:picChg chg="add del mod">
          <ac:chgData name="yazhini s" userId="6114b5f98e55dce0" providerId="LiveId" clId="{D734828A-AB8F-4E46-8E9E-F824BA3A9A34}" dt="2025-09-26T17:52:43.424" v="262" actId="478"/>
          <ac:picMkLst>
            <pc:docMk/>
            <pc:sldMk cId="0" sldId="290"/>
            <ac:picMk id="8" creationId="{BD7ABFBA-77E8-C9CC-478C-8DC91DC514AE}"/>
          </ac:picMkLst>
        </pc:picChg>
        <pc:picChg chg="add mod">
          <ac:chgData name="yazhini s" userId="6114b5f98e55dce0" providerId="LiveId" clId="{D734828A-AB8F-4E46-8E9E-F824BA3A9A34}" dt="2025-09-26T18:03:21.184" v="323" actId="14100"/>
          <ac:picMkLst>
            <pc:docMk/>
            <pc:sldMk cId="0" sldId="290"/>
            <ac:picMk id="10" creationId="{887A1AF7-9969-128D-B8BC-0A2A375163FD}"/>
          </ac:picMkLst>
        </pc:picChg>
        <pc:picChg chg="del">
          <ac:chgData name="yazhini s" userId="6114b5f98e55dce0" providerId="LiveId" clId="{D734828A-AB8F-4E46-8E9E-F824BA3A9A34}" dt="2025-09-26T17:20:56.779" v="117" actId="478"/>
          <ac:picMkLst>
            <pc:docMk/>
            <pc:sldMk cId="0" sldId="290"/>
            <ac:picMk id="12" creationId="{00000000-0000-0000-0000-000000000000}"/>
          </ac:picMkLst>
        </pc:picChg>
        <pc:picChg chg="add mod">
          <ac:chgData name="yazhini s" userId="6114b5f98e55dce0" providerId="LiveId" clId="{D734828A-AB8F-4E46-8E9E-F824BA3A9A34}" dt="2025-09-26T18:03:25.069" v="324" actId="1076"/>
          <ac:picMkLst>
            <pc:docMk/>
            <pc:sldMk cId="0" sldId="290"/>
            <ac:picMk id="14" creationId="{4BDBA4E2-111D-D5CD-B1FC-A109922B6D81}"/>
          </ac:picMkLst>
        </pc:picChg>
        <pc:picChg chg="add del mod">
          <ac:chgData name="yazhini s" userId="6114b5f98e55dce0" providerId="LiveId" clId="{D734828A-AB8F-4E46-8E9E-F824BA3A9A34}" dt="2025-09-26T17:57:13.187" v="279" actId="22"/>
          <ac:picMkLst>
            <pc:docMk/>
            <pc:sldMk cId="0" sldId="290"/>
            <ac:picMk id="17" creationId="{3AD76A20-52AC-607C-1B51-7FB33A6290E6}"/>
          </ac:picMkLst>
        </pc:picChg>
        <pc:picChg chg="add mod">
          <ac:chgData name="yazhini s" userId="6114b5f98e55dce0" providerId="LiveId" clId="{D734828A-AB8F-4E46-8E9E-F824BA3A9A34}" dt="2025-09-26T18:06:58.189" v="349" actId="1076"/>
          <ac:picMkLst>
            <pc:docMk/>
            <pc:sldMk cId="0" sldId="290"/>
            <ac:picMk id="20" creationId="{C6F1D613-0C3F-2CB9-0A6B-843D72F121BB}"/>
          </ac:picMkLst>
        </pc:picChg>
        <pc:picChg chg="add mod">
          <ac:chgData name="yazhini s" userId="6114b5f98e55dce0" providerId="LiveId" clId="{D734828A-AB8F-4E46-8E9E-F824BA3A9A34}" dt="2025-09-26T18:03:27.920" v="325" actId="1076"/>
          <ac:picMkLst>
            <pc:docMk/>
            <pc:sldMk cId="0" sldId="290"/>
            <ac:picMk id="22" creationId="{C84E31AF-6A85-1977-1061-50DAAFC04C3F}"/>
          </ac:picMkLst>
        </pc:picChg>
        <pc:picChg chg="add mod">
          <ac:chgData name="yazhini s" userId="6114b5f98e55dce0" providerId="LiveId" clId="{D734828A-AB8F-4E46-8E9E-F824BA3A9A34}" dt="2025-09-26T18:06:52.269" v="348" actId="1076"/>
          <ac:picMkLst>
            <pc:docMk/>
            <pc:sldMk cId="0" sldId="290"/>
            <ac:picMk id="24" creationId="{A6E7D12B-6B24-5658-5B06-3AD96221293B}"/>
          </ac:picMkLst>
        </pc:picChg>
        <pc:picChg chg="del">
          <ac:chgData name="yazhini s" userId="6114b5f98e55dce0" providerId="LiveId" clId="{D734828A-AB8F-4E46-8E9E-F824BA3A9A34}" dt="2025-09-26T18:06:40.882" v="347" actId="478"/>
          <ac:picMkLst>
            <pc:docMk/>
            <pc:sldMk cId="0" sldId="290"/>
            <ac:picMk id="1026" creationId="{00000000-0000-0000-0000-000000000000}"/>
          </ac:picMkLst>
        </pc:picChg>
        <pc:picChg chg="add del">
          <ac:chgData name="yazhini s" userId="6114b5f98e55dce0" providerId="LiveId" clId="{D734828A-AB8F-4E46-8E9E-F824BA3A9A34}" dt="2025-09-26T17:44:25.778" v="181" actId="478"/>
          <ac:picMkLst>
            <pc:docMk/>
            <pc:sldMk cId="0" sldId="290"/>
            <ac:picMk id="2050" creationId="{00000000-0000-0000-0000-000000000000}"/>
          </ac:picMkLst>
        </pc:picChg>
        <pc:picChg chg="topLvl">
          <ac:chgData name="yazhini s" userId="6114b5f98e55dce0" providerId="LiveId" clId="{D734828A-AB8F-4E46-8E9E-F824BA3A9A34}" dt="2025-09-26T17:44:34.473" v="186" actId="478"/>
          <ac:picMkLst>
            <pc:docMk/>
            <pc:sldMk cId="0" sldId="290"/>
            <ac:picMk id="2051" creationId="{00000000-0000-0000-0000-000000000000}"/>
          </ac:picMkLst>
        </pc:picChg>
        <pc:picChg chg="add mod">
          <ac:chgData name="yazhini s" userId="6114b5f98e55dce0" providerId="LiveId" clId="{D734828A-AB8F-4E46-8E9E-F824BA3A9A34}" dt="2025-09-26T18:01:59.227" v="306" actId="14100"/>
          <ac:picMkLst>
            <pc:docMk/>
            <pc:sldMk cId="0" sldId="290"/>
            <ac:picMk id="4098" creationId="{E709796A-C948-29C0-9C06-530717B722EE}"/>
          </ac:picMkLst>
        </pc:picChg>
      </pc:sldChg>
      <pc:sldChg chg="delSp mod">
        <pc:chgData name="yazhini s" userId="6114b5f98e55dce0" providerId="LiveId" clId="{D734828A-AB8F-4E46-8E9E-F824BA3A9A34}" dt="2025-09-26T17:21:01.060" v="118" actId="478"/>
        <pc:sldMkLst>
          <pc:docMk/>
          <pc:sldMk cId="3753387913" sldId="293"/>
        </pc:sldMkLst>
        <pc:picChg chg="del">
          <ac:chgData name="yazhini s" userId="6114b5f98e55dce0" providerId="LiveId" clId="{D734828A-AB8F-4E46-8E9E-F824BA3A9A34}" dt="2025-09-26T17:21:01.060" v="118" actId="478"/>
          <ac:picMkLst>
            <pc:docMk/>
            <pc:sldMk cId="3753387913" sldId="293"/>
            <ac:picMk id="6" creationId="{00000000-0000-0000-0000-000000000000}"/>
          </ac:picMkLst>
        </pc:picChg>
      </pc:sldChg>
      <pc:sldChg chg="delSp modSp mod">
        <pc:chgData name="yazhini s" userId="6114b5f98e55dce0" providerId="LiveId" clId="{D734828A-AB8F-4E46-8E9E-F824BA3A9A34}" dt="2025-09-26T17:31:12.070" v="162" actId="1076"/>
        <pc:sldMkLst>
          <pc:docMk/>
          <pc:sldMk cId="2997144140" sldId="294"/>
        </pc:sldMkLst>
        <pc:spChg chg="mod">
          <ac:chgData name="yazhini s" userId="6114b5f98e55dce0" providerId="LiveId" clId="{D734828A-AB8F-4E46-8E9E-F824BA3A9A34}" dt="2025-09-26T17:31:12.070" v="162" actId="1076"/>
          <ac:spMkLst>
            <pc:docMk/>
            <pc:sldMk cId="2997144140" sldId="294"/>
            <ac:spMk id="17410" creationId="{00000000-0000-0000-0000-000000000000}"/>
          </ac:spMkLst>
        </pc:spChg>
        <pc:picChg chg="del">
          <ac:chgData name="yazhini s" userId="6114b5f98e55dce0" providerId="LiveId" clId="{D734828A-AB8F-4E46-8E9E-F824BA3A9A34}" dt="2025-09-26T17:21:04.727" v="119" actId="478"/>
          <ac:picMkLst>
            <pc:docMk/>
            <pc:sldMk cId="2997144140" sldId="294"/>
            <ac:picMk id="6" creationId="{00000000-0000-0000-0000-000000000000}"/>
          </ac:picMkLst>
        </pc:picChg>
      </pc:sldChg>
      <pc:sldChg chg="new del">
        <pc:chgData name="yazhini s" userId="6114b5f98e55dce0" providerId="LiveId" clId="{D734828A-AB8F-4E46-8E9E-F824BA3A9A34}" dt="2025-09-26T16:45:04.513" v="1" actId="680"/>
        <pc:sldMkLst>
          <pc:docMk/>
          <pc:sldMk cId="3438553312" sldId="295"/>
        </pc:sldMkLst>
      </pc:sldChg>
      <pc:sldChg chg="addSp delSp modSp add mod ord">
        <pc:chgData name="yazhini s" userId="6114b5f98e55dce0" providerId="LiveId" clId="{D734828A-AB8F-4E46-8E9E-F824BA3A9A34}" dt="2025-09-26T17:20:49.613" v="115" actId="478"/>
        <pc:sldMkLst>
          <pc:docMk/>
          <pc:sldMk cId="0" sldId="296"/>
        </pc:sldMkLst>
        <pc:spChg chg="del mod">
          <ac:chgData name="yazhini s" userId="6114b5f98e55dce0" providerId="LiveId" clId="{D734828A-AB8F-4E46-8E9E-F824BA3A9A34}" dt="2025-09-26T16:45:37.735" v="9" actId="478"/>
          <ac:spMkLst>
            <pc:docMk/>
            <pc:sldMk cId="0" sldId="296"/>
            <ac:spMk id="21" creationId="{00000000-0000-0000-0000-000000000000}"/>
          </ac:spMkLst>
        </pc:spChg>
        <pc:spChg chg="add del mod">
          <ac:chgData name="yazhini s" userId="6114b5f98e55dce0" providerId="LiveId" clId="{D734828A-AB8F-4E46-8E9E-F824BA3A9A34}" dt="2025-09-26T17:11:45.728" v="83" actId="1076"/>
          <ac:spMkLst>
            <pc:docMk/>
            <pc:sldMk cId="0" sldId="296"/>
            <ac:spMk id="15362" creationId="{00000000-0000-0000-0000-000000000000}"/>
          </ac:spMkLst>
        </pc:spChg>
        <pc:picChg chg="add del mod">
          <ac:chgData name="yazhini s" userId="6114b5f98e55dce0" providerId="LiveId" clId="{D734828A-AB8F-4E46-8E9E-F824BA3A9A34}" dt="2025-09-26T16:55:59.243" v="28" actId="21"/>
          <ac:picMkLst>
            <pc:docMk/>
            <pc:sldMk cId="0" sldId="296"/>
            <ac:picMk id="3" creationId="{16D357E1-63A1-F759-EA41-6B806625A697}"/>
          </ac:picMkLst>
        </pc:picChg>
        <pc:picChg chg="add mod">
          <ac:chgData name="yazhini s" userId="6114b5f98e55dce0" providerId="LiveId" clId="{D734828A-AB8F-4E46-8E9E-F824BA3A9A34}" dt="2025-09-26T17:13:14.531" v="96" actId="1076"/>
          <ac:picMkLst>
            <pc:docMk/>
            <pc:sldMk cId="0" sldId="296"/>
            <ac:picMk id="4" creationId="{16D357E1-63A1-F759-EA41-6B806625A697}"/>
          </ac:picMkLst>
        </pc:picChg>
        <pc:picChg chg="add del mod">
          <ac:chgData name="yazhini s" userId="6114b5f98e55dce0" providerId="LiveId" clId="{D734828A-AB8F-4E46-8E9E-F824BA3A9A34}" dt="2025-09-26T17:13:21.094" v="98" actId="478"/>
          <ac:picMkLst>
            <pc:docMk/>
            <pc:sldMk cId="0" sldId="296"/>
            <ac:picMk id="6" creationId="{DE94CC18-DF17-9C1F-A733-055062A6C091}"/>
          </ac:picMkLst>
        </pc:picChg>
        <pc:picChg chg="add mod">
          <ac:chgData name="yazhini s" userId="6114b5f98e55dce0" providerId="LiveId" clId="{D734828A-AB8F-4E46-8E9E-F824BA3A9A34}" dt="2025-09-26T17:17:29.938" v="103" actId="1076"/>
          <ac:picMkLst>
            <pc:docMk/>
            <pc:sldMk cId="0" sldId="296"/>
            <ac:picMk id="8" creationId="{EA24E2A7-15F0-BBE4-ACA0-8A5AE602B48B}"/>
          </ac:picMkLst>
        </pc:picChg>
        <pc:picChg chg="del">
          <ac:chgData name="yazhini s" userId="6114b5f98e55dce0" providerId="LiveId" clId="{D734828A-AB8F-4E46-8E9E-F824BA3A9A34}" dt="2025-09-26T17:20:49.613" v="115" actId="478"/>
          <ac:picMkLst>
            <pc:docMk/>
            <pc:sldMk cId="0" sldId="296"/>
            <ac:picMk id="12" creationId="{00000000-0000-0000-0000-000000000000}"/>
          </ac:picMkLst>
        </pc:picChg>
        <pc:picChg chg="del">
          <ac:chgData name="yazhini s" userId="6114b5f98e55dce0" providerId="LiveId" clId="{D734828A-AB8F-4E46-8E9E-F824BA3A9A34}" dt="2025-09-26T16:45:39.550" v="10" actId="478"/>
          <ac:picMkLst>
            <pc:docMk/>
            <pc:sldMk cId="0" sldId="296"/>
            <ac:picMk id="17" creationId="{00000000-0000-0000-0000-000000000000}"/>
          </ac:picMkLst>
        </pc:picChg>
        <pc:picChg chg="del">
          <ac:chgData name="yazhini s" userId="6114b5f98e55dce0" providerId="LiveId" clId="{D734828A-AB8F-4E46-8E9E-F824BA3A9A34}" dt="2025-09-26T16:45:34.564" v="8" actId="478"/>
          <ac:picMkLst>
            <pc:docMk/>
            <pc:sldMk cId="0" sldId="296"/>
            <ac:picMk id="19" creationId="{00000000-0000-0000-0000-000000000000}"/>
          </ac:picMkLst>
        </pc:picChg>
        <pc:picChg chg="del">
          <ac:chgData name="yazhini s" userId="6114b5f98e55dce0" providerId="LiveId" clId="{D734828A-AB8F-4E46-8E9E-F824BA3A9A34}" dt="2025-09-26T16:45:29.307" v="6" actId="478"/>
          <ac:picMkLst>
            <pc:docMk/>
            <pc:sldMk cId="0" sldId="296"/>
            <ac:picMk id="20" creationId="{00000000-0000-0000-0000-000000000000}"/>
          </ac:picMkLst>
        </pc:picChg>
        <pc:picChg chg="del">
          <ac:chgData name="yazhini s" userId="6114b5f98e55dce0" providerId="LiveId" clId="{D734828A-AB8F-4E46-8E9E-F824BA3A9A34}" dt="2025-09-26T16:45:24.933" v="5" actId="478"/>
          <ac:picMkLst>
            <pc:docMk/>
            <pc:sldMk cId="0" sldId="296"/>
            <ac:picMk id="2051" creationId="{00000000-0000-0000-0000-000000000000}"/>
          </ac:picMkLst>
        </pc:picChg>
        <pc:picChg chg="add mod">
          <ac:chgData name="yazhini s" userId="6114b5f98e55dce0" providerId="LiveId" clId="{D734828A-AB8F-4E46-8E9E-F824BA3A9A34}" dt="2025-09-26T17:07:00.874" v="66" actId="1076"/>
          <ac:picMkLst>
            <pc:docMk/>
            <pc:sldMk cId="0" sldId="296"/>
            <ac:picMk id="3074" creationId="{F4AD5B42-8C64-7F96-A0E9-50452962E06D}"/>
          </ac:picMkLst>
        </pc:picChg>
        <pc:picChg chg="add mod">
          <ac:chgData name="yazhini s" userId="6114b5f98e55dce0" providerId="LiveId" clId="{D734828A-AB8F-4E46-8E9E-F824BA3A9A34}" dt="2025-09-26T17:12:31.775" v="89" actId="14100"/>
          <ac:picMkLst>
            <pc:docMk/>
            <pc:sldMk cId="0" sldId="296"/>
            <ac:picMk id="3076" creationId="{70654751-0573-D18E-A754-098EB050FD4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27-Sep-25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27-Sep-25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27-Sep-25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27-Sep-25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27-Sep-25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27-Sep-25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27-Sep-25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27-Sep-25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27-Sep-25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27-Sep-25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27-Sep-25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27-Sep-25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27-Sep-25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igma.com/proto/i96AoG6Hsk4CFo2g4Wuk3X/EEZY-CABS--Community-?page-id=0%3A1&amp;node-id=1417-245&amp;p=f&amp;viewport=517%2C302%2C0.02&amp;t=LGgOKd37WKHW4im8-1&amp;scaling=scale-down&amp;content-scaling=fixed&amp;starting-point-node-id=1417%3A245&amp;show-proto-sidebar=1" TargetMode="Externa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14422" y="1549519"/>
            <a:ext cx="7826477" cy="440120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owners often encounter sudden issues while driving, such as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breakdowns, empty fuel tanks, punctures, battery failures, or engine malfunctions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…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such situations, finding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mechanic nearby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challenging.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problems can leave drivers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stranded on the road,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particularly during emergencies.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transportation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cabs or bikes during emergencies is challenging.</a:t>
            </a:r>
            <a:endParaRPr lang="en-US" sz="28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6011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Social</a:t>
            </a:r>
          </a:p>
          <a:p>
            <a:pPr algn="ctr"/>
            <a:r>
              <a:rPr lang="en-IN" dirty="0"/>
              <a:t>Workers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D357E1-63A1-F759-EA41-6B806625A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569" y="3013134"/>
            <a:ext cx="1799862" cy="1775175"/>
          </a:xfrm>
          <a:prstGeom prst="rect">
            <a:avLst/>
          </a:prstGeom>
        </p:spPr>
      </p:pic>
      <p:pic>
        <p:nvPicPr>
          <p:cNvPr id="3074" name="Picture 2" descr="Creative Photo 3d Collage Artwork Poster Postcard of Young Guy Push Car ...">
            <a:extLst>
              <a:ext uri="{FF2B5EF4-FFF2-40B4-BE49-F238E27FC236}">
                <a16:creationId xmlns:a16="http://schemas.microsoft.com/office/drawing/2014/main" id="{F4AD5B42-8C64-7F96-A0E9-50452962E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0676" y="1480170"/>
            <a:ext cx="2061724" cy="137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0654751-0573-D18E-A754-098EB050F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1513" y="3264309"/>
            <a:ext cx="1273755" cy="1032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24E2A7-15F0-BBE4-ACA0-8A5AE602B4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5772" y="4813094"/>
            <a:ext cx="2446765" cy="17017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MECHCABS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40774" y="1434576"/>
            <a:ext cx="11359747" cy="267765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MechCabs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contact nearby mechanics and access their workshop information with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OTP-verified repair support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application also offers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cab or bike booking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fast, reliable, and hassle-free assistance.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repair assistance and alternative mobility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single platform.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6011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Social</a:t>
            </a:r>
          </a:p>
          <a:p>
            <a:pPr algn="ctr"/>
            <a:r>
              <a:rPr lang="en-IN" dirty="0"/>
              <a:t>Workers</a:t>
            </a:r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91BDCEF6-C409-94BF-7CCE-6D191D08F6DE}"/>
              </a:ext>
            </a:extLst>
          </p:cNvPr>
          <p:cNvSpPr/>
          <p:nvPr/>
        </p:nvSpPr>
        <p:spPr>
          <a:xfrm>
            <a:off x="3150489" y="5109726"/>
            <a:ext cx="639097" cy="619432"/>
          </a:xfrm>
          <a:prstGeom prst="plus">
            <a:avLst>
              <a:gd name="adj" fmla="val 2817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utoShape 14" descr="Image result for give me the image for cab and application with driver cartoon">
            <a:extLst>
              <a:ext uri="{FF2B5EF4-FFF2-40B4-BE49-F238E27FC236}">
                <a16:creationId xmlns:a16="http://schemas.microsoft.com/office/drawing/2014/main" id="{D3BA358C-87D6-02B9-091F-006BC478B3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90BF43C-75CE-3DC8-251F-1101DAA95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712" y="4425509"/>
            <a:ext cx="2803217" cy="1915766"/>
          </a:xfrm>
          <a:prstGeom prst="rect">
            <a:avLst/>
          </a:prstGeom>
        </p:spPr>
      </p:pic>
      <p:sp>
        <p:nvSpPr>
          <p:cNvPr id="22" name="Equals 21">
            <a:extLst>
              <a:ext uri="{FF2B5EF4-FFF2-40B4-BE49-F238E27FC236}">
                <a16:creationId xmlns:a16="http://schemas.microsoft.com/office/drawing/2014/main" id="{5B915781-BF74-C5E9-EC5D-6629EE773D84}"/>
              </a:ext>
            </a:extLst>
          </p:cNvPr>
          <p:cNvSpPr/>
          <p:nvPr/>
        </p:nvSpPr>
        <p:spPr>
          <a:xfrm>
            <a:off x="6818672" y="5045816"/>
            <a:ext cx="781663" cy="683342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D4BEE4-7810-4B2A-620A-26296E735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235" y="4763363"/>
            <a:ext cx="3829662" cy="1328858"/>
          </a:xfrm>
          <a:prstGeom prst="rect">
            <a:avLst/>
          </a:prstGeom>
        </p:spPr>
      </p:pic>
      <p:pic>
        <p:nvPicPr>
          <p:cNvPr id="1044" name="Picture 20" descr="Premium Vector | Car mechanic character with flat design style">
            <a:extLst>
              <a:ext uri="{FF2B5EF4-FFF2-40B4-BE49-F238E27FC236}">
                <a16:creationId xmlns:a16="http://schemas.microsoft.com/office/drawing/2014/main" id="{2664BEFA-AE71-B056-9EE0-8D17D9981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63" y="4507298"/>
            <a:ext cx="1832251" cy="183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10F618-B36A-AC8F-379B-A1BB76B0693B}"/>
              </a:ext>
            </a:extLst>
          </p:cNvPr>
          <p:cNvSpPr txBox="1"/>
          <p:nvPr/>
        </p:nvSpPr>
        <p:spPr>
          <a:xfrm>
            <a:off x="8799801" y="6156609"/>
            <a:ext cx="1794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Figma_Prototype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6011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Social</a:t>
            </a:r>
          </a:p>
          <a:p>
            <a:pPr algn="ctr"/>
            <a:r>
              <a:rPr lang="en-IN" dirty="0"/>
              <a:t>Workers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28795" y="2556955"/>
            <a:ext cx="100012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D2C3CA-36C0-09D5-0BC7-9FEC6FB163B7}"/>
              </a:ext>
            </a:extLst>
          </p:cNvPr>
          <p:cNvSpPr txBox="1"/>
          <p:nvPr/>
        </p:nvSpPr>
        <p:spPr>
          <a:xfrm>
            <a:off x="329773" y="1465622"/>
            <a:ext cx="4134072" cy="4401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USED: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4E5F5D-DD77-3435-C56F-504A6A07F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46" y="2218770"/>
            <a:ext cx="2044926" cy="6763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986A44-F17C-DB7C-785E-F26BED28B7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0882" y="4015323"/>
            <a:ext cx="1971950" cy="6192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7A1AF7-9969-128D-B8BC-0A2A375163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6311" y="2202556"/>
            <a:ext cx="1828939" cy="6668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DBA4E2-111D-D5CD-B1FC-A109922B6D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579" y="2975623"/>
            <a:ext cx="1771897" cy="9050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6F1D613-0C3F-2CB9-0A6B-843D72F121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579" y="4858789"/>
            <a:ext cx="2404374" cy="63511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84E31AF-6A85-1977-1061-50DAAFC04C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86311" y="2984420"/>
            <a:ext cx="1617053" cy="75418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6E7D12B-6B24-5658-5B06-3AD9622129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3380" y="3942291"/>
            <a:ext cx="1430830" cy="7536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6011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Social</a:t>
            </a:r>
          </a:p>
          <a:p>
            <a:pPr algn="ctr"/>
            <a:r>
              <a:rPr lang="en-IN" dirty="0"/>
              <a:t>Workers</a:t>
            </a:r>
          </a:p>
        </p:txBody>
      </p:sp>
      <p:sp>
        <p:nvSpPr>
          <p:cNvPr id="14" name="Google Shape;108;p3"/>
          <p:cNvSpPr txBox="1"/>
          <p:nvPr/>
        </p:nvSpPr>
        <p:spPr>
          <a:xfrm>
            <a:off x="715976" y="1524000"/>
            <a:ext cx="10972800" cy="464729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MechCabs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built using mobile apps, GPS, cloud services, and OTP verification.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quickly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cabs or contact nearby mechanics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real-time assistance.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has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development costs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can earn revenue through service fees or partnerships.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demand among vehicle owners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platform can expand to more mechanics and cab partners.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stress, ensures safety, and provides fast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hassle-free support during vehicle breakdowns.</a:t>
            </a:r>
          </a:p>
          <a:p>
            <a:pPr marL="457200" indent="-457200">
              <a:spcAft>
                <a:spcPts val="3000"/>
              </a:spcAft>
              <a:buFont typeface="Wingdings" pitchFamily="2" charset="2"/>
              <a:buChar char="Ø"/>
            </a:pPr>
            <a:endParaRPr lang="en-IN" altLang="en-US" sz="2600" b="0" i="0" u="none" strike="noStrike" cap="none" dirty="0">
              <a:solidFill>
                <a:srgbClr val="000000"/>
              </a:solidFill>
              <a:latin typeface="Times New Roman" pitchFamily="18" charset="0"/>
              <a:ea typeface="Arial" panose="020B0604020202020204"/>
              <a:cs typeface="Times New Roman" pitchFamily="18" charset="0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359451"/>
            <a:ext cx="10972800" cy="493211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buFont typeface="Wingdings" pitchFamily="2" charset="2"/>
              <a:buChar char="Ø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MechCabs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drivers across cities get quick support during vehicle breakdowns.</a:t>
            </a:r>
          </a:p>
          <a:p>
            <a:pPr>
              <a:spcAft>
                <a:spcPts val="1500"/>
              </a:spcAft>
              <a:buFont typeface="Wingdings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useful for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everyday drivers, fleet operators, and cab services.</a:t>
            </a:r>
          </a:p>
          <a:p>
            <a:pPr>
              <a:spcAft>
                <a:spcPts val="1500"/>
              </a:spcAft>
              <a:buFont typeface="Wingdings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AI,GPS and app-based features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real-time assistance.</a:t>
            </a:r>
          </a:p>
          <a:p>
            <a:pPr>
              <a:spcAft>
                <a:spcPts val="1500"/>
              </a:spcAft>
              <a:buFont typeface="Wingdings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quickly connect with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mechanics and access workshop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details.</a:t>
            </a:r>
          </a:p>
          <a:p>
            <a:pPr>
              <a:spcAft>
                <a:spcPts val="1500"/>
              </a:spcAft>
              <a:buFont typeface="Wingdings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provides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cab or bike booking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emergencies.</a:t>
            </a:r>
          </a:p>
          <a:p>
            <a:pPr>
              <a:spcAft>
                <a:spcPts val="1500"/>
              </a:spcAft>
            </a:pP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6011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Social</a:t>
            </a:r>
          </a:p>
          <a:p>
            <a:pPr algn="ctr"/>
            <a:r>
              <a:rPr lang="en-IN" dirty="0"/>
              <a:t>Workers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7840</TotalTime>
  <Words>292</Words>
  <Application>Microsoft Office PowerPoint</Application>
  <PresentationFormat>Widescreen</PresentationFormat>
  <Paragraphs>46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Wingdings</vt:lpstr>
      <vt:lpstr>Office Theme</vt:lpstr>
      <vt:lpstr>PROBLEM STATEMENT</vt:lpstr>
      <vt:lpstr> MECHCABS</vt:lpstr>
      <vt:lpstr>TECHNICAL APPROACH</vt:lpstr>
      <vt:lpstr>FEASIBILITY AND VIABILITY</vt:lpstr>
      <vt:lpstr>IMPACT AND BENEFITS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yazhini s</cp:lastModifiedBy>
  <cp:revision>163</cp:revision>
  <dcterms:created xsi:type="dcterms:W3CDTF">2013-12-12T18:46:50Z</dcterms:created>
  <dcterms:modified xsi:type="dcterms:W3CDTF">2025-09-26T20:29:42Z</dcterms:modified>
  <cp:category/>
</cp:coreProperties>
</file>